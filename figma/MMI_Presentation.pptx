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  <p:sldId id="257" r:id="rId3"/>
    <p:sldId id="258" r:id="rId4"/>
    <p:sldId id="274" r:id="rId5"/>
    <p:sldId id="259" r:id="rId6"/>
    <p:sldId id="266" r:id="rId7"/>
    <p:sldId id="265" r:id="rId8"/>
    <p:sldId id="267" r:id="rId9"/>
    <p:sldId id="263" r:id="rId10"/>
    <p:sldId id="270" r:id="rId11"/>
    <p:sldId id="272" r:id="rId12"/>
    <p:sldId id="271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4812"/>
  </p:normalViewPr>
  <p:slideViewPr>
    <p:cSldViewPr snapToGrid="0">
      <p:cViewPr varScale="1">
        <p:scale>
          <a:sx n="151" d="100"/>
          <a:sy n="151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EE01AA-2CEC-41CC-9BA7-A28008391DC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BF51BC-4220-4EC8-8138-64F0DDB87B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Break down skills and experience into reusable ‘modules’</a:t>
          </a:r>
        </a:p>
      </dgm:t>
    </dgm:pt>
    <dgm:pt modelId="{C50D279B-4CB4-4C20-AFD0-30A5D367E67F}" type="parTrans" cxnId="{7306A9B5-669B-45A5-8894-ACB505A87D77}">
      <dgm:prSet/>
      <dgm:spPr/>
      <dgm:t>
        <a:bodyPr/>
        <a:lstStyle/>
        <a:p>
          <a:endParaRPr lang="en-US"/>
        </a:p>
      </dgm:t>
    </dgm:pt>
    <dgm:pt modelId="{514023CF-65A7-427A-B0D4-EE248A031671}" type="sibTrans" cxnId="{7306A9B5-669B-45A5-8894-ACB505A87D77}">
      <dgm:prSet/>
      <dgm:spPr/>
      <dgm:t>
        <a:bodyPr/>
        <a:lstStyle/>
        <a:p>
          <a:endParaRPr lang="en-US"/>
        </a:p>
      </dgm:t>
    </dgm:pt>
    <dgm:pt modelId="{CCED45E0-28BC-462B-BF6A-7B9FA3264D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and manage CVs tailored to target jobs that require specific experience. </a:t>
          </a:r>
        </a:p>
      </dgm:t>
    </dgm:pt>
    <dgm:pt modelId="{4FAA1E5D-2FBA-4FF9-8F75-BB0846966195}" type="parTrans" cxnId="{E3A22A4D-695A-4235-BBD4-1B84C294AC89}">
      <dgm:prSet/>
      <dgm:spPr/>
      <dgm:t>
        <a:bodyPr/>
        <a:lstStyle/>
        <a:p>
          <a:endParaRPr lang="en-US"/>
        </a:p>
      </dgm:t>
    </dgm:pt>
    <dgm:pt modelId="{B960AD42-BA8B-4B24-AC53-6081196CDFFA}" type="sibTrans" cxnId="{E3A22A4D-695A-4235-BBD4-1B84C294AC89}">
      <dgm:prSet/>
      <dgm:spPr/>
      <dgm:t>
        <a:bodyPr/>
        <a:lstStyle/>
        <a:p>
          <a:endParaRPr lang="en-US"/>
        </a:p>
      </dgm:t>
    </dgm:pt>
    <dgm:pt modelId="{DDF3FD6C-C70B-4D88-9138-5F913D4C8F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profile (email, user picture, password)</a:t>
          </a:r>
        </a:p>
      </dgm:t>
    </dgm:pt>
    <dgm:pt modelId="{9B40A8CC-060C-4593-9D1B-64722C539AE5}" type="parTrans" cxnId="{409257B5-0BA1-445B-961C-46A3919650A0}">
      <dgm:prSet/>
      <dgm:spPr/>
      <dgm:t>
        <a:bodyPr/>
        <a:lstStyle/>
        <a:p>
          <a:endParaRPr lang="en-US"/>
        </a:p>
      </dgm:t>
    </dgm:pt>
    <dgm:pt modelId="{8E0DB766-1653-475F-9BA9-FBCCDCB3935E}" type="sibTrans" cxnId="{409257B5-0BA1-445B-961C-46A3919650A0}">
      <dgm:prSet/>
      <dgm:spPr/>
      <dgm:t>
        <a:bodyPr/>
        <a:lstStyle/>
        <a:p>
          <a:endParaRPr lang="en-US"/>
        </a:p>
      </dgm:t>
    </dgm:pt>
    <dgm:pt modelId="{4A8B3E4A-95EB-4879-862C-D438073C8C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Export CVs in PDF format (ATS compliant)</a:t>
          </a:r>
        </a:p>
      </dgm:t>
    </dgm:pt>
    <dgm:pt modelId="{DF5E27ED-8ACE-4433-A1B6-24C7AE45AFB6}" type="parTrans" cxnId="{19366576-C44C-4F21-8E84-20F4F74FE001}">
      <dgm:prSet/>
      <dgm:spPr/>
      <dgm:t>
        <a:bodyPr/>
        <a:lstStyle/>
        <a:p>
          <a:endParaRPr lang="en-US"/>
        </a:p>
      </dgm:t>
    </dgm:pt>
    <dgm:pt modelId="{00F1A238-F1BA-47DE-B4FC-E6EE651786FA}" type="sibTrans" cxnId="{19366576-C44C-4F21-8E84-20F4F74FE001}">
      <dgm:prSet/>
      <dgm:spPr/>
      <dgm:t>
        <a:bodyPr/>
        <a:lstStyle/>
        <a:p>
          <a:endParaRPr lang="en-US"/>
        </a:p>
      </dgm:t>
    </dgm:pt>
    <dgm:pt modelId="{A3F1BC34-84AA-4393-AF2F-F7E65D457250}" type="pres">
      <dgm:prSet presAssocID="{82EE01AA-2CEC-41CC-9BA7-A28008391DCE}" presName="root" presStyleCnt="0">
        <dgm:presLayoutVars>
          <dgm:dir/>
          <dgm:resizeHandles val="exact"/>
        </dgm:presLayoutVars>
      </dgm:prSet>
      <dgm:spPr/>
    </dgm:pt>
    <dgm:pt modelId="{97E99CEB-6CB7-420D-A948-AB77F2A661DE}" type="pres">
      <dgm:prSet presAssocID="{46BF51BC-4220-4EC8-8138-64F0DDB87B68}" presName="compNode" presStyleCnt="0"/>
      <dgm:spPr/>
    </dgm:pt>
    <dgm:pt modelId="{7E42F225-BA91-4C5F-A1CA-08974C7EA94B}" type="pres">
      <dgm:prSet presAssocID="{46BF51BC-4220-4EC8-8138-64F0DDB87B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F343DBB-FD27-4DB0-B319-E41FE72E63C2}" type="pres">
      <dgm:prSet presAssocID="{46BF51BC-4220-4EC8-8138-64F0DDB87B68}" presName="spaceRect" presStyleCnt="0"/>
      <dgm:spPr/>
    </dgm:pt>
    <dgm:pt modelId="{5238C184-C0CE-4523-943A-995F370C79A7}" type="pres">
      <dgm:prSet presAssocID="{46BF51BC-4220-4EC8-8138-64F0DDB87B68}" presName="textRect" presStyleLbl="revTx" presStyleIdx="0" presStyleCnt="4">
        <dgm:presLayoutVars>
          <dgm:chMax val="1"/>
          <dgm:chPref val="1"/>
        </dgm:presLayoutVars>
      </dgm:prSet>
      <dgm:spPr/>
    </dgm:pt>
    <dgm:pt modelId="{07B8C2A1-0F00-41D5-8578-96DAACC295B0}" type="pres">
      <dgm:prSet presAssocID="{514023CF-65A7-427A-B0D4-EE248A031671}" presName="sibTrans" presStyleCnt="0"/>
      <dgm:spPr/>
    </dgm:pt>
    <dgm:pt modelId="{9E46244B-C382-4DA9-BD61-5621A2968BAB}" type="pres">
      <dgm:prSet presAssocID="{CCED45E0-28BC-462B-BF6A-7B9FA3264D52}" presName="compNode" presStyleCnt="0"/>
      <dgm:spPr/>
    </dgm:pt>
    <dgm:pt modelId="{F24CF366-6772-4346-BA7A-37A31EF24EF3}" type="pres">
      <dgm:prSet presAssocID="{CCED45E0-28BC-462B-BF6A-7B9FA3264D5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6C6EF7C6-5B58-419C-8263-8665D81340AA}" type="pres">
      <dgm:prSet presAssocID="{CCED45E0-28BC-462B-BF6A-7B9FA3264D52}" presName="spaceRect" presStyleCnt="0"/>
      <dgm:spPr/>
    </dgm:pt>
    <dgm:pt modelId="{031D7F1B-83B8-4EC5-A7F1-50F24001A7DD}" type="pres">
      <dgm:prSet presAssocID="{CCED45E0-28BC-462B-BF6A-7B9FA3264D52}" presName="textRect" presStyleLbl="revTx" presStyleIdx="1" presStyleCnt="4">
        <dgm:presLayoutVars>
          <dgm:chMax val="1"/>
          <dgm:chPref val="1"/>
        </dgm:presLayoutVars>
      </dgm:prSet>
      <dgm:spPr/>
    </dgm:pt>
    <dgm:pt modelId="{FDF53BE3-A481-4995-ABC6-1CB9EAEF35A0}" type="pres">
      <dgm:prSet presAssocID="{B960AD42-BA8B-4B24-AC53-6081196CDFFA}" presName="sibTrans" presStyleCnt="0"/>
      <dgm:spPr/>
    </dgm:pt>
    <dgm:pt modelId="{93197E87-C4A3-44E6-B39D-924E0767842C}" type="pres">
      <dgm:prSet presAssocID="{DDF3FD6C-C70B-4D88-9138-5F913D4C8FDF}" presName="compNode" presStyleCnt="0"/>
      <dgm:spPr/>
    </dgm:pt>
    <dgm:pt modelId="{BDA7025A-0DA7-4AB7-A12E-49AB91A3EB21}" type="pres">
      <dgm:prSet presAssocID="{DDF3FD6C-C70B-4D88-9138-5F913D4C8F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0AF771E-D3C2-4B2B-A84A-409AB6F20E39}" type="pres">
      <dgm:prSet presAssocID="{DDF3FD6C-C70B-4D88-9138-5F913D4C8FDF}" presName="spaceRect" presStyleCnt="0"/>
      <dgm:spPr/>
    </dgm:pt>
    <dgm:pt modelId="{00BC7E2F-2149-4461-B52D-D06473A9272D}" type="pres">
      <dgm:prSet presAssocID="{DDF3FD6C-C70B-4D88-9138-5F913D4C8FDF}" presName="textRect" presStyleLbl="revTx" presStyleIdx="2" presStyleCnt="4">
        <dgm:presLayoutVars>
          <dgm:chMax val="1"/>
          <dgm:chPref val="1"/>
        </dgm:presLayoutVars>
      </dgm:prSet>
      <dgm:spPr/>
    </dgm:pt>
    <dgm:pt modelId="{8783B6AD-B555-4E32-9E2D-F647075B0A51}" type="pres">
      <dgm:prSet presAssocID="{8E0DB766-1653-475F-9BA9-FBCCDCB3935E}" presName="sibTrans" presStyleCnt="0"/>
      <dgm:spPr/>
    </dgm:pt>
    <dgm:pt modelId="{0AA78ED1-F306-4D16-A2D5-2E0160FABCE0}" type="pres">
      <dgm:prSet presAssocID="{4A8B3E4A-95EB-4879-862C-D438073C8C1B}" presName="compNode" presStyleCnt="0"/>
      <dgm:spPr/>
    </dgm:pt>
    <dgm:pt modelId="{4DA0E336-8EF6-4F75-B757-6FD4CA5A79EC}" type="pres">
      <dgm:prSet presAssocID="{4A8B3E4A-95EB-4879-862C-D438073C8C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6D37BD1A-2E73-4028-AF16-6C46F4929D4E}" type="pres">
      <dgm:prSet presAssocID="{4A8B3E4A-95EB-4879-862C-D438073C8C1B}" presName="spaceRect" presStyleCnt="0"/>
      <dgm:spPr/>
    </dgm:pt>
    <dgm:pt modelId="{4CB568D3-D598-4284-A7C7-52276F953ED3}" type="pres">
      <dgm:prSet presAssocID="{4A8B3E4A-95EB-4879-862C-D438073C8C1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56E7E0A-539A-43A9-A1BC-E76F3E6F1441}" type="presOf" srcId="{4A8B3E4A-95EB-4879-862C-D438073C8C1B}" destId="{4CB568D3-D598-4284-A7C7-52276F953ED3}" srcOrd="0" destOrd="0" presId="urn:microsoft.com/office/officeart/2018/2/layout/IconLabelList"/>
    <dgm:cxn modelId="{E3A22A4D-695A-4235-BBD4-1B84C294AC89}" srcId="{82EE01AA-2CEC-41CC-9BA7-A28008391DCE}" destId="{CCED45E0-28BC-462B-BF6A-7B9FA3264D52}" srcOrd="1" destOrd="0" parTransId="{4FAA1E5D-2FBA-4FF9-8F75-BB0846966195}" sibTransId="{B960AD42-BA8B-4B24-AC53-6081196CDFFA}"/>
    <dgm:cxn modelId="{9828105C-8D40-4B07-9238-A03068BD934B}" type="presOf" srcId="{DDF3FD6C-C70B-4D88-9138-5F913D4C8FDF}" destId="{00BC7E2F-2149-4461-B52D-D06473A9272D}" srcOrd="0" destOrd="0" presId="urn:microsoft.com/office/officeart/2018/2/layout/IconLabelList"/>
    <dgm:cxn modelId="{E27B3463-2029-4A3F-903B-B6D38B5B14B0}" type="presOf" srcId="{82EE01AA-2CEC-41CC-9BA7-A28008391DCE}" destId="{A3F1BC34-84AA-4393-AF2F-F7E65D457250}" srcOrd="0" destOrd="0" presId="urn:microsoft.com/office/officeart/2018/2/layout/IconLabelList"/>
    <dgm:cxn modelId="{8AD75D6A-D66B-424F-8DE9-032AB369E999}" type="presOf" srcId="{CCED45E0-28BC-462B-BF6A-7B9FA3264D52}" destId="{031D7F1B-83B8-4EC5-A7F1-50F24001A7DD}" srcOrd="0" destOrd="0" presId="urn:microsoft.com/office/officeart/2018/2/layout/IconLabelList"/>
    <dgm:cxn modelId="{19366576-C44C-4F21-8E84-20F4F74FE001}" srcId="{82EE01AA-2CEC-41CC-9BA7-A28008391DCE}" destId="{4A8B3E4A-95EB-4879-862C-D438073C8C1B}" srcOrd="3" destOrd="0" parTransId="{DF5E27ED-8ACE-4433-A1B6-24C7AE45AFB6}" sibTransId="{00F1A238-F1BA-47DE-B4FC-E6EE651786FA}"/>
    <dgm:cxn modelId="{409257B5-0BA1-445B-961C-46A3919650A0}" srcId="{82EE01AA-2CEC-41CC-9BA7-A28008391DCE}" destId="{DDF3FD6C-C70B-4D88-9138-5F913D4C8FDF}" srcOrd="2" destOrd="0" parTransId="{9B40A8CC-060C-4593-9D1B-64722C539AE5}" sibTransId="{8E0DB766-1653-475F-9BA9-FBCCDCB3935E}"/>
    <dgm:cxn modelId="{7306A9B5-669B-45A5-8894-ACB505A87D77}" srcId="{82EE01AA-2CEC-41CC-9BA7-A28008391DCE}" destId="{46BF51BC-4220-4EC8-8138-64F0DDB87B68}" srcOrd="0" destOrd="0" parTransId="{C50D279B-4CB4-4C20-AFD0-30A5D367E67F}" sibTransId="{514023CF-65A7-427A-B0D4-EE248A031671}"/>
    <dgm:cxn modelId="{B7077AF2-FBCB-4319-9889-D4849179D811}" type="presOf" srcId="{46BF51BC-4220-4EC8-8138-64F0DDB87B68}" destId="{5238C184-C0CE-4523-943A-995F370C79A7}" srcOrd="0" destOrd="0" presId="urn:microsoft.com/office/officeart/2018/2/layout/IconLabelList"/>
    <dgm:cxn modelId="{4FD5B91C-B195-4C9A-A64F-2EDA92F84850}" type="presParOf" srcId="{A3F1BC34-84AA-4393-AF2F-F7E65D457250}" destId="{97E99CEB-6CB7-420D-A948-AB77F2A661DE}" srcOrd="0" destOrd="0" presId="urn:microsoft.com/office/officeart/2018/2/layout/IconLabelList"/>
    <dgm:cxn modelId="{D9C5B42A-4F6C-471A-B7CD-C1967DE07E47}" type="presParOf" srcId="{97E99CEB-6CB7-420D-A948-AB77F2A661DE}" destId="{7E42F225-BA91-4C5F-A1CA-08974C7EA94B}" srcOrd="0" destOrd="0" presId="urn:microsoft.com/office/officeart/2018/2/layout/IconLabelList"/>
    <dgm:cxn modelId="{46EF184A-16BB-4D30-94B6-318966B44E8C}" type="presParOf" srcId="{97E99CEB-6CB7-420D-A948-AB77F2A661DE}" destId="{9F343DBB-FD27-4DB0-B319-E41FE72E63C2}" srcOrd="1" destOrd="0" presId="urn:microsoft.com/office/officeart/2018/2/layout/IconLabelList"/>
    <dgm:cxn modelId="{EDCC9EA5-1D58-4D8F-B26B-936B331D22F9}" type="presParOf" srcId="{97E99CEB-6CB7-420D-A948-AB77F2A661DE}" destId="{5238C184-C0CE-4523-943A-995F370C79A7}" srcOrd="2" destOrd="0" presId="urn:microsoft.com/office/officeart/2018/2/layout/IconLabelList"/>
    <dgm:cxn modelId="{81F0A60D-32B9-446E-919E-B24CA329085A}" type="presParOf" srcId="{A3F1BC34-84AA-4393-AF2F-F7E65D457250}" destId="{07B8C2A1-0F00-41D5-8578-96DAACC295B0}" srcOrd="1" destOrd="0" presId="urn:microsoft.com/office/officeart/2018/2/layout/IconLabelList"/>
    <dgm:cxn modelId="{292EB0D1-AB3D-4F59-8D1C-835D24467336}" type="presParOf" srcId="{A3F1BC34-84AA-4393-AF2F-F7E65D457250}" destId="{9E46244B-C382-4DA9-BD61-5621A2968BAB}" srcOrd="2" destOrd="0" presId="urn:microsoft.com/office/officeart/2018/2/layout/IconLabelList"/>
    <dgm:cxn modelId="{F48F92F5-92B3-48F0-B292-D19149E1374B}" type="presParOf" srcId="{9E46244B-C382-4DA9-BD61-5621A2968BAB}" destId="{F24CF366-6772-4346-BA7A-37A31EF24EF3}" srcOrd="0" destOrd="0" presId="urn:microsoft.com/office/officeart/2018/2/layout/IconLabelList"/>
    <dgm:cxn modelId="{424DB6C6-501B-4375-99BC-912DD35E4922}" type="presParOf" srcId="{9E46244B-C382-4DA9-BD61-5621A2968BAB}" destId="{6C6EF7C6-5B58-419C-8263-8665D81340AA}" srcOrd="1" destOrd="0" presId="urn:microsoft.com/office/officeart/2018/2/layout/IconLabelList"/>
    <dgm:cxn modelId="{48E8DFC2-5D4A-43A7-8299-86325E01F0DC}" type="presParOf" srcId="{9E46244B-C382-4DA9-BD61-5621A2968BAB}" destId="{031D7F1B-83B8-4EC5-A7F1-50F24001A7DD}" srcOrd="2" destOrd="0" presId="urn:microsoft.com/office/officeart/2018/2/layout/IconLabelList"/>
    <dgm:cxn modelId="{DF6EF25F-34F8-471F-BAEF-5961A99782AA}" type="presParOf" srcId="{A3F1BC34-84AA-4393-AF2F-F7E65D457250}" destId="{FDF53BE3-A481-4995-ABC6-1CB9EAEF35A0}" srcOrd="3" destOrd="0" presId="urn:microsoft.com/office/officeart/2018/2/layout/IconLabelList"/>
    <dgm:cxn modelId="{46F0958B-7EAF-4FE9-9355-DF4A0B1039F3}" type="presParOf" srcId="{A3F1BC34-84AA-4393-AF2F-F7E65D457250}" destId="{93197E87-C4A3-44E6-B39D-924E0767842C}" srcOrd="4" destOrd="0" presId="urn:microsoft.com/office/officeart/2018/2/layout/IconLabelList"/>
    <dgm:cxn modelId="{98A51E53-E5DE-453B-A3EC-B606DA00A18B}" type="presParOf" srcId="{93197E87-C4A3-44E6-B39D-924E0767842C}" destId="{BDA7025A-0DA7-4AB7-A12E-49AB91A3EB21}" srcOrd="0" destOrd="0" presId="urn:microsoft.com/office/officeart/2018/2/layout/IconLabelList"/>
    <dgm:cxn modelId="{4B75B0AA-AEEB-43DA-A4EE-F433BE9673B0}" type="presParOf" srcId="{93197E87-C4A3-44E6-B39D-924E0767842C}" destId="{B0AF771E-D3C2-4B2B-A84A-409AB6F20E39}" srcOrd="1" destOrd="0" presId="urn:microsoft.com/office/officeart/2018/2/layout/IconLabelList"/>
    <dgm:cxn modelId="{AC660A3B-DC9B-4404-9F23-CDBE030FA136}" type="presParOf" srcId="{93197E87-C4A3-44E6-B39D-924E0767842C}" destId="{00BC7E2F-2149-4461-B52D-D06473A9272D}" srcOrd="2" destOrd="0" presId="urn:microsoft.com/office/officeart/2018/2/layout/IconLabelList"/>
    <dgm:cxn modelId="{6747570E-586F-4C87-AA77-2C81AC8591BF}" type="presParOf" srcId="{A3F1BC34-84AA-4393-AF2F-F7E65D457250}" destId="{8783B6AD-B555-4E32-9E2D-F647075B0A51}" srcOrd="5" destOrd="0" presId="urn:microsoft.com/office/officeart/2018/2/layout/IconLabelList"/>
    <dgm:cxn modelId="{F2F936E3-DB77-40EE-A3EB-78BC63B36FFC}" type="presParOf" srcId="{A3F1BC34-84AA-4393-AF2F-F7E65D457250}" destId="{0AA78ED1-F306-4D16-A2D5-2E0160FABCE0}" srcOrd="6" destOrd="0" presId="urn:microsoft.com/office/officeart/2018/2/layout/IconLabelList"/>
    <dgm:cxn modelId="{9346124F-FB08-492F-83C0-629569EFC431}" type="presParOf" srcId="{0AA78ED1-F306-4D16-A2D5-2E0160FABCE0}" destId="{4DA0E336-8EF6-4F75-B757-6FD4CA5A79EC}" srcOrd="0" destOrd="0" presId="urn:microsoft.com/office/officeart/2018/2/layout/IconLabelList"/>
    <dgm:cxn modelId="{780AA64F-CDDA-49D6-875B-B3C703CB591C}" type="presParOf" srcId="{0AA78ED1-F306-4D16-A2D5-2E0160FABCE0}" destId="{6D37BD1A-2E73-4028-AF16-6C46F4929D4E}" srcOrd="1" destOrd="0" presId="urn:microsoft.com/office/officeart/2018/2/layout/IconLabelList"/>
    <dgm:cxn modelId="{650B8DC5-D660-44A4-BFF0-8335F56D4F37}" type="presParOf" srcId="{0AA78ED1-F306-4D16-A2D5-2E0160FABCE0}" destId="{4CB568D3-D598-4284-A7C7-52276F953ED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42F225-BA91-4C5F-A1CA-08974C7EA94B}">
      <dsp:nvSpPr>
        <dsp:cNvPr id="0" name=""/>
        <dsp:cNvSpPr/>
      </dsp:nvSpPr>
      <dsp:spPr>
        <a:xfrm>
          <a:off x="986824" y="356609"/>
          <a:ext cx="927676" cy="9276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8C184-C0CE-4523-943A-995F370C79A7}">
      <dsp:nvSpPr>
        <dsp:cNvPr id="0" name=""/>
        <dsp:cNvSpPr/>
      </dsp:nvSpPr>
      <dsp:spPr>
        <a:xfrm>
          <a:off x="419911" y="1575151"/>
          <a:ext cx="2061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Break down skills and experience into reusable ‘modules’</a:t>
          </a:r>
        </a:p>
      </dsp:txBody>
      <dsp:txXfrm>
        <a:off x="419911" y="1575151"/>
        <a:ext cx="2061504" cy="720000"/>
      </dsp:txXfrm>
    </dsp:sp>
    <dsp:sp modelId="{F24CF366-6772-4346-BA7A-37A31EF24EF3}">
      <dsp:nvSpPr>
        <dsp:cNvPr id="0" name=""/>
        <dsp:cNvSpPr/>
      </dsp:nvSpPr>
      <dsp:spPr>
        <a:xfrm>
          <a:off x="3409092" y="356609"/>
          <a:ext cx="927676" cy="9276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D7F1B-83B8-4EC5-A7F1-50F24001A7DD}">
      <dsp:nvSpPr>
        <dsp:cNvPr id="0" name=""/>
        <dsp:cNvSpPr/>
      </dsp:nvSpPr>
      <dsp:spPr>
        <a:xfrm>
          <a:off x="2842178" y="1575151"/>
          <a:ext cx="2061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Create and manage CVs tailored to target jobs that require specific experience. </a:t>
          </a:r>
        </a:p>
      </dsp:txBody>
      <dsp:txXfrm>
        <a:off x="2842178" y="1575151"/>
        <a:ext cx="2061504" cy="720000"/>
      </dsp:txXfrm>
    </dsp:sp>
    <dsp:sp modelId="{BDA7025A-0DA7-4AB7-A12E-49AB91A3EB21}">
      <dsp:nvSpPr>
        <dsp:cNvPr id="0" name=""/>
        <dsp:cNvSpPr/>
      </dsp:nvSpPr>
      <dsp:spPr>
        <a:xfrm>
          <a:off x="5831359" y="356609"/>
          <a:ext cx="927676" cy="9276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C7E2F-2149-4461-B52D-D06473A9272D}">
      <dsp:nvSpPr>
        <dsp:cNvPr id="0" name=""/>
        <dsp:cNvSpPr/>
      </dsp:nvSpPr>
      <dsp:spPr>
        <a:xfrm>
          <a:off x="5264445" y="1575151"/>
          <a:ext cx="2061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Manage profile (email, user picture, password)</a:t>
          </a:r>
        </a:p>
      </dsp:txBody>
      <dsp:txXfrm>
        <a:off x="5264445" y="1575151"/>
        <a:ext cx="2061504" cy="720000"/>
      </dsp:txXfrm>
    </dsp:sp>
    <dsp:sp modelId="{4DA0E336-8EF6-4F75-B757-6FD4CA5A79EC}">
      <dsp:nvSpPr>
        <dsp:cNvPr id="0" name=""/>
        <dsp:cNvSpPr/>
      </dsp:nvSpPr>
      <dsp:spPr>
        <a:xfrm>
          <a:off x="8253626" y="356609"/>
          <a:ext cx="927676" cy="9276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568D3-D598-4284-A7C7-52276F953ED3}">
      <dsp:nvSpPr>
        <dsp:cNvPr id="0" name=""/>
        <dsp:cNvSpPr/>
      </dsp:nvSpPr>
      <dsp:spPr>
        <a:xfrm>
          <a:off x="7686712" y="1575151"/>
          <a:ext cx="2061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Export CVs in PDF format (ATS compliant)</a:t>
          </a:r>
        </a:p>
      </dsp:txBody>
      <dsp:txXfrm>
        <a:off x="7686712" y="1575151"/>
        <a:ext cx="206150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6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9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3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5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0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55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7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8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8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5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4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5" r:id="rId6"/>
    <p:sldLayoutId id="2147483780" r:id="rId7"/>
    <p:sldLayoutId id="2147483781" r:id="rId8"/>
    <p:sldLayoutId id="2147483782" r:id="rId9"/>
    <p:sldLayoutId id="2147483784" r:id="rId10"/>
    <p:sldLayoutId id="21474837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zod.dev/" TargetMode="External"/><Relationship Id="rId2" Type="http://schemas.openxmlformats.org/officeDocument/2006/relationships/hyperlink" Target="https://www.npmjs.com/package/@aws-amplify/adapter-nextjs?activeTab=vers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act-pdf.org/" TargetMode="External"/><Relationship Id="rId4" Type="http://schemas.openxmlformats.org/officeDocument/2006/relationships/hyperlink" Target="https://zustand.docs.pmnd.rs/getting-started/introduction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6E478793-37B8-09A9-EE26-EEE4D16F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6" r="11430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7E39C4-65D7-09AD-311F-9024DF0F7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407" y="1405013"/>
            <a:ext cx="2508883" cy="2508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FA1E31-4BA6-64AA-BF8A-30F3EE45165E}"/>
              </a:ext>
            </a:extLst>
          </p:cNvPr>
          <p:cNvSpPr txBox="1"/>
          <p:nvPr/>
        </p:nvSpPr>
        <p:spPr>
          <a:xfrm>
            <a:off x="481029" y="3913896"/>
            <a:ext cx="39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ea typeface="Bodoni Ornaments" pitchFamily="2" charset="0"/>
                <a:cs typeface="Aharoni" panose="02010803020104030203" pitchFamily="2" charset="-79"/>
              </a:rPr>
              <a:t>SKILLFORGE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8405B9-6078-C0A4-1C14-74C7BC443515}"/>
              </a:ext>
            </a:extLst>
          </p:cNvPr>
          <p:cNvSpPr txBox="1"/>
          <p:nvPr/>
        </p:nvSpPr>
        <p:spPr>
          <a:xfrm>
            <a:off x="387276" y="4777752"/>
            <a:ext cx="4071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Modular CV Building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317523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681E-E274-6296-7BC4-EBD13547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/ Features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C642052-ED0D-FC47-8852-CDE1479130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5568" y="2553328"/>
          <a:ext cx="10168128" cy="2651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370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60A46-D941-1DD5-B13F-F48D0053C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dirty="0"/>
              <a:t>Tech Stack</a:t>
            </a:r>
            <a:br>
              <a:rPr lang="en-US" dirty="0"/>
            </a:br>
            <a:r>
              <a:rPr lang="en-US" dirty="0"/>
              <a:t>Frontend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6019-C26F-2A88-2C76-EBD7CD9C5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1900" dirty="0"/>
              <a:t>Front End:</a:t>
            </a:r>
          </a:p>
          <a:p>
            <a:pPr lvl="1"/>
            <a:r>
              <a:rPr lang="en-US" sz="1900" dirty="0"/>
              <a:t>NextJS (Full Stack React Framework)</a:t>
            </a:r>
          </a:p>
          <a:p>
            <a:pPr lvl="1"/>
            <a:r>
              <a:rPr lang="en-US" sz="1900" dirty="0"/>
              <a:t>Tailwind (CSS Framework)</a:t>
            </a:r>
          </a:p>
          <a:p>
            <a:pPr lvl="1"/>
            <a:r>
              <a:rPr lang="en-US" sz="1900" dirty="0"/>
              <a:t>ShadCN with Animate UI component libraries (built on top of tailwind)</a:t>
            </a:r>
          </a:p>
          <a:p>
            <a:pPr lvl="1"/>
            <a:r>
              <a:rPr lang="en-US" sz="1900" dirty="0"/>
              <a:t>User auth using AWS Amplify + Cognito</a:t>
            </a:r>
          </a:p>
        </p:txBody>
      </p:sp>
    </p:spTree>
    <p:extLst>
      <p:ext uri="{BB962C8B-B14F-4D97-AF65-F5344CB8AC3E}">
        <p14:creationId xmlns:p14="http://schemas.microsoft.com/office/powerpoint/2010/main" val="287625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C52E0-2855-5372-F444-252943EB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FFFFDA-CC39-2AFC-F285-352F5ED94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4E76E7E-94D2-3C57-5163-BF7FE5A40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2D8B66D4-3101-5B1F-C68F-79F98C7E7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EE26A7-C0D7-FB88-7334-735BA7067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dirty="0"/>
              <a:t>Tech Stack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EC5F4-BF85-6050-7E02-5C8CE6C00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5A7A0-9C0D-F227-6D22-CED680F6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1900" dirty="0"/>
              <a:t>Back End:</a:t>
            </a:r>
          </a:p>
          <a:p>
            <a:pPr lvl="1"/>
            <a:r>
              <a:rPr lang="en-US" sz="1900" dirty="0"/>
              <a:t>NextJS (Api Routes)</a:t>
            </a:r>
          </a:p>
          <a:p>
            <a:pPr lvl="1"/>
            <a:r>
              <a:rPr lang="en-US" sz="1900" dirty="0"/>
              <a:t>AWS S3 Buckets (file storage e.g. pictures, exported CVs)</a:t>
            </a:r>
          </a:p>
          <a:p>
            <a:pPr lvl="1"/>
            <a:r>
              <a:rPr lang="en-US" sz="1900" dirty="0"/>
              <a:t>AWS DynamoDB (NoSQL database)</a:t>
            </a:r>
          </a:p>
          <a:p>
            <a:pPr lvl="1"/>
            <a:r>
              <a:rPr lang="en-US" sz="1900" dirty="0"/>
              <a:t>AWS Cognito (User management and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336642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DB1DE-9FAD-FACC-407D-C8343295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Design – Colour Palette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3556042F-7362-0347-7411-CA9789DFC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807" y="633619"/>
            <a:ext cx="4018505" cy="5495544"/>
          </a:xfrm>
          <a:prstGeom prst="rect">
            <a:avLst/>
          </a:prstGeom>
        </p:spPr>
      </p:pic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0862488-C2A7-56BA-7293-C7EB9075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45" y="2266813"/>
            <a:ext cx="6378574" cy="38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48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CB6D0-08DB-CFC9-F642-BC56BB1E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2C57CE8-9E23-A074-8DD8-900091FD7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3" name="Picture 2" descr="A sketch of a computer screen&#10;&#10;AI-generated content may be incorrect.">
            <a:extLst>
              <a:ext uri="{FF2B5EF4-FFF2-40B4-BE49-F238E27FC236}">
                <a16:creationId xmlns:a16="http://schemas.microsoft.com/office/drawing/2014/main" id="{474A12BA-8CC0-6FDC-C586-CCC8ABF51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94842" y="-1412101"/>
            <a:ext cx="6831189" cy="965539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BE3F076-F21A-5AE9-2BA9-AFF96AA33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66C51D-A369-D8DD-73C5-3124A089F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9F7DA0-4679-6E48-92B6-454246AB4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02155"/>
            <a:ext cx="12191999" cy="115584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34E0B-06C7-74A1-21A9-B12AFD62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71" y="5865805"/>
            <a:ext cx="7534656" cy="807857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Design – Login (Initial Sketch)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DA47F-BECF-4257-0D39-12420A77E051}"/>
              </a:ext>
            </a:extLst>
          </p:cNvPr>
          <p:cNvSpPr txBox="1"/>
          <p:nvPr/>
        </p:nvSpPr>
        <p:spPr>
          <a:xfrm>
            <a:off x="8094922" y="5865805"/>
            <a:ext cx="3841722" cy="807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110000"/>
              </a:lnSpc>
              <a:spcBef>
                <a:spcPts val="1000"/>
              </a:spcBef>
            </a:pPr>
            <a:r>
              <a:rPr lang="en-US" dirty="0"/>
              <a:t>Wireframe (Initial Sketch)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D4F8D7-0310-E5DB-08C7-13EB14E64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2438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A95FA5C-4ECC-E430-29B5-4A0053948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62672" y="6276696"/>
            <a:ext cx="7315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34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88623-F3A5-F32C-DCFA-684F9B58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02155"/>
            <a:ext cx="12191999" cy="115584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C1A6F-5CA1-D7D0-C2FF-DDC482E59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71" y="5865805"/>
            <a:ext cx="7534656" cy="807857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Design – Login (Figma Wireframe)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F32F7B-3250-A16C-13CF-57F728E04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2438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8DE8DCB-6F40-A3E0-5DE3-7510A3C2A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62672" y="6276696"/>
            <a:ext cx="7315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E129D3-877C-0773-33CA-89F6D472A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34" y="698835"/>
            <a:ext cx="9760130" cy="443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3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01F6B-4791-3CBC-FB13-E8FBC8817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054C-A784-F1E9-62A0-667F9876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– Forge (CV Builder) - Wireframe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DD4C53-F499-4DFF-7E6F-90F0540AB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320" y="2074050"/>
            <a:ext cx="11739360" cy="4621039"/>
          </a:xfrm>
        </p:spPr>
      </p:pic>
    </p:spTree>
    <p:extLst>
      <p:ext uri="{BB962C8B-B14F-4D97-AF65-F5344CB8AC3E}">
        <p14:creationId xmlns:p14="http://schemas.microsoft.com/office/powerpoint/2010/main" val="12567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CCB3-9279-D6F1-D3E7-96620D1F6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F5B5-075B-60BA-1F13-9AD4E287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Desktop – Anvil (Module Manager) - Wireframe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48050B-A279-681F-7EB9-EA412C717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15581"/>
            <a:ext cx="12164375" cy="4093779"/>
          </a:xfrm>
        </p:spPr>
      </p:pic>
    </p:spTree>
    <p:extLst>
      <p:ext uri="{BB962C8B-B14F-4D97-AF65-F5344CB8AC3E}">
        <p14:creationId xmlns:p14="http://schemas.microsoft.com/office/powerpoint/2010/main" val="1318809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864F8-B962-BFDA-0554-0A7ABEF0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Mobile</a:t>
            </a:r>
            <a:br>
              <a:rPr lang="en-US" sz="4800"/>
            </a:br>
            <a:r>
              <a:rPr lang="en-US" sz="4800"/>
              <a:t>Anvil Figma Wireframes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6" descr="A screenshot of a mobile application&#10;&#10;AI-generated content may be incorrect.">
            <a:extLst>
              <a:ext uri="{FF2B5EF4-FFF2-40B4-BE49-F238E27FC236}">
                <a16:creationId xmlns:a16="http://schemas.microsoft.com/office/drawing/2014/main" id="{5641D740-143A-B48F-773C-62D2E9B44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294536"/>
            <a:ext cx="6408836" cy="411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3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353D-1170-A6CD-4A65-3FA51E76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5C697-B0B2-787D-B2B8-9DF065EEC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AWS Amplify with NextJS adapter library </a:t>
            </a:r>
            <a:r>
              <a:rPr lang="en-US" dirty="0">
                <a:hlinkClick r:id="rId2"/>
              </a:rPr>
              <a:t>https://www.npmjs.com/package/@aws-amplify/adapter-nextjs?activeTab=versions</a:t>
            </a:r>
            <a:r>
              <a:rPr lang="en-US" dirty="0"/>
              <a:t> </a:t>
            </a:r>
          </a:p>
          <a:p>
            <a:r>
              <a:rPr lang="en-US" dirty="0"/>
              <a:t>Zod (Form validation) </a:t>
            </a:r>
            <a:r>
              <a:rPr lang="en-US" dirty="0">
                <a:hlinkClick r:id="rId3"/>
              </a:rPr>
              <a:t>https://zod.dev/</a:t>
            </a:r>
            <a:r>
              <a:rPr lang="en-US" dirty="0"/>
              <a:t> </a:t>
            </a:r>
          </a:p>
          <a:p>
            <a:r>
              <a:rPr lang="en-US" dirty="0" err="1"/>
              <a:t>Zustand</a:t>
            </a:r>
            <a:r>
              <a:rPr lang="en-US" dirty="0"/>
              <a:t> (Client-side global state management) </a:t>
            </a:r>
            <a:r>
              <a:rPr lang="en-US" dirty="0">
                <a:hlinkClick r:id="rId4"/>
              </a:rPr>
              <a:t>https://zustand.docs.pmnd.rs/getting-started/introduction</a:t>
            </a:r>
            <a:r>
              <a:rPr lang="en-US" dirty="0"/>
              <a:t> </a:t>
            </a:r>
          </a:p>
          <a:p>
            <a:r>
              <a:rPr lang="en-US" dirty="0"/>
              <a:t>React PDF (For generating PDF CVs) </a:t>
            </a:r>
            <a:r>
              <a:rPr lang="en-US" dirty="0">
                <a:hlinkClick r:id="rId5"/>
              </a:rPr>
              <a:t>https://react-pdf.org/</a:t>
            </a:r>
            <a:endParaRPr lang="en-US" dirty="0"/>
          </a:p>
          <a:p>
            <a:r>
              <a:rPr lang="en-US" dirty="0"/>
              <a:t>Prettier (Auto formats code e.g. keep consistent single quote or double quote usage) </a:t>
            </a:r>
          </a:p>
        </p:txBody>
      </p:sp>
    </p:spTree>
    <p:extLst>
      <p:ext uri="{BB962C8B-B14F-4D97-AF65-F5344CB8AC3E}">
        <p14:creationId xmlns:p14="http://schemas.microsoft.com/office/powerpoint/2010/main" val="3694801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2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Freeform: Shape 29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5BD7D-B7D6-80FF-F173-13C4B37D3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Testing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41FD3-1705-ABB7-E7EF-DA4B9DCCBE14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Using Jest for testing, the image shows the login tests passing.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Each pull request will require all existing tests to pass before being merged. (will set up a GitHub rule)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277D2-CDBC-F410-6CD2-E3EBCA460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203682"/>
            <a:ext cx="6922008" cy="455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82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B2610621-C644-6B8A-F702-F0D2F4904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9718" y="-55580"/>
            <a:ext cx="12531436" cy="6969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F6E06F-B81F-B27A-6C54-AD47BBE36317}"/>
              </a:ext>
            </a:extLst>
          </p:cNvPr>
          <p:cNvSpPr txBox="1"/>
          <p:nvPr/>
        </p:nvSpPr>
        <p:spPr>
          <a:xfrm>
            <a:off x="4059381" y="405246"/>
            <a:ext cx="407323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6148077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1921</TotalTime>
  <Words>304</Words>
  <Application>Microsoft Macintosh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Aharoni</vt:lpstr>
      <vt:lpstr>Arial</vt:lpstr>
      <vt:lpstr>Avenir Next LT Pro</vt:lpstr>
      <vt:lpstr>Calibri</vt:lpstr>
      <vt:lpstr>Neue Haas Grotesk Text Pro</vt:lpstr>
      <vt:lpstr>AccentBoxVTI</vt:lpstr>
      <vt:lpstr>PowerPoint Presentation</vt:lpstr>
      <vt:lpstr>Overview / Features</vt:lpstr>
      <vt:lpstr>Tech Stack Frontend</vt:lpstr>
      <vt:lpstr>Tech Stack Backend</vt:lpstr>
      <vt:lpstr>Design – Colour Palette</vt:lpstr>
      <vt:lpstr>Design – Login (Initial Sketch)</vt:lpstr>
      <vt:lpstr>Design – Login (Figma Wireframe)</vt:lpstr>
      <vt:lpstr>Design – Forge (CV Builder) - Wireframe</vt:lpstr>
      <vt:lpstr>Desktop – Anvil (Module Manager) - Wireframe</vt:lpstr>
      <vt:lpstr>Mobile Anvil Figma Wireframes</vt:lpstr>
      <vt:lpstr>Key Dependencies</vt:lpstr>
      <vt:lpstr>Testing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Robinson (s183038)</dc:creator>
  <cp:lastModifiedBy>Connor Robinson (s183038)</cp:lastModifiedBy>
  <cp:revision>16</cp:revision>
  <dcterms:created xsi:type="dcterms:W3CDTF">2025-11-17T11:12:28Z</dcterms:created>
  <dcterms:modified xsi:type="dcterms:W3CDTF">2025-11-19T12:03:17Z</dcterms:modified>
</cp:coreProperties>
</file>